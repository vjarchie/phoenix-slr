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2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2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hyperlink" Target="https://www-i6.informatik.rwth-aachen.de/~koller/RWTH-PHOENIX-2014-T" TargetMode="Externa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i6.informatik.rwth-aachen.de/~koller/RWTH-PHOENIX-2014-T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1A3137-C558-48BE-9549-32E9F1CC575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B2C2D07-1C8C-4C46-B066-255CA1C8A6EE}">
      <dgm:prSet/>
      <dgm:spPr/>
      <dgm:t>
        <a:bodyPr/>
        <a:lstStyle/>
        <a:p>
          <a:pPr>
            <a:defRPr cap="all"/>
          </a:pPr>
          <a:r>
            <a:rPr lang="en-GB"/>
            <a:t>RWTH-PHOENIX-Weather 2014 T (standard CSLR benchmark).</a:t>
          </a:r>
          <a:endParaRPr lang="en-US"/>
        </a:p>
      </dgm:t>
    </dgm:pt>
    <dgm:pt modelId="{FB0155AE-F0A0-4008-ACB2-8BA5F55B6230}" type="parTrans" cxnId="{C5277F35-36BA-43C8-B906-D300102B6C34}">
      <dgm:prSet/>
      <dgm:spPr/>
      <dgm:t>
        <a:bodyPr/>
        <a:lstStyle/>
        <a:p>
          <a:endParaRPr lang="en-US"/>
        </a:p>
      </dgm:t>
    </dgm:pt>
    <dgm:pt modelId="{6635DFC2-E950-47A2-AD5B-2D13D75710E4}" type="sibTrans" cxnId="{C5277F35-36BA-43C8-B906-D300102B6C34}">
      <dgm:prSet/>
      <dgm:spPr/>
      <dgm:t>
        <a:bodyPr/>
        <a:lstStyle/>
        <a:p>
          <a:endParaRPr lang="en-US"/>
        </a:p>
      </dgm:t>
    </dgm:pt>
    <dgm:pt modelId="{353CAA38-7AE8-49C1-A3E4-419694591452}">
      <dgm:prSet/>
      <dgm:spPr/>
      <dgm:t>
        <a:bodyPr/>
        <a:lstStyle/>
        <a:p>
          <a:pPr>
            <a:defRPr cap="all"/>
          </a:pPr>
          <a:r>
            <a:rPr lang="en-GB"/>
            <a:t>( </a:t>
          </a:r>
          <a:r>
            <a:rPr lang="en-GB">
              <a:hlinkClick xmlns:r="http://schemas.openxmlformats.org/officeDocument/2006/relationships" r:id="rId1"/>
            </a:rPr>
            <a:t>https://www-i6.informatik.rwth-aachen.de/~koller/RWTH-PHOENIX-2014-T</a:t>
          </a:r>
          <a:r>
            <a:rPr lang="en-GB"/>
            <a:t> )</a:t>
          </a:r>
          <a:endParaRPr lang="en-US"/>
        </a:p>
      </dgm:t>
    </dgm:pt>
    <dgm:pt modelId="{4C980173-EC81-4700-8A76-7852687E1715}" type="parTrans" cxnId="{0B449850-D4D1-4D4D-A8DF-809BCB99BB5D}">
      <dgm:prSet/>
      <dgm:spPr/>
      <dgm:t>
        <a:bodyPr/>
        <a:lstStyle/>
        <a:p>
          <a:endParaRPr lang="en-US"/>
        </a:p>
      </dgm:t>
    </dgm:pt>
    <dgm:pt modelId="{2CB22A90-4016-4B66-927F-62A682A297D9}" type="sibTrans" cxnId="{0B449850-D4D1-4D4D-A8DF-809BCB99BB5D}">
      <dgm:prSet/>
      <dgm:spPr/>
      <dgm:t>
        <a:bodyPr/>
        <a:lstStyle/>
        <a:p>
          <a:endParaRPr lang="en-US"/>
        </a:p>
      </dgm:t>
    </dgm:pt>
    <dgm:pt modelId="{3D085485-207C-4EA0-9F68-325352E8A4B7}" type="pres">
      <dgm:prSet presAssocID="{231A3137-C558-48BE-9549-32E9F1CC575E}" presName="root" presStyleCnt="0">
        <dgm:presLayoutVars>
          <dgm:dir/>
          <dgm:resizeHandles val="exact"/>
        </dgm:presLayoutVars>
      </dgm:prSet>
      <dgm:spPr/>
    </dgm:pt>
    <dgm:pt modelId="{6EEB178E-D0AD-4C9B-9690-226F6BB07C13}" type="pres">
      <dgm:prSet presAssocID="{8B2C2D07-1C8C-4C46-B066-255CA1C8A6EE}" presName="compNode" presStyleCnt="0"/>
      <dgm:spPr/>
    </dgm:pt>
    <dgm:pt modelId="{108CEB17-B9AF-42EB-88D4-19C10BD59927}" type="pres">
      <dgm:prSet presAssocID="{8B2C2D07-1C8C-4C46-B066-255CA1C8A6EE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DC3F678A-BECF-4066-B4F4-767285BB87F6}" type="pres">
      <dgm:prSet presAssocID="{8B2C2D07-1C8C-4C46-B066-255CA1C8A6E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BD1C0C78-0FFF-4A93-8716-07D055282946}" type="pres">
      <dgm:prSet presAssocID="{8B2C2D07-1C8C-4C46-B066-255CA1C8A6EE}" presName="spaceRect" presStyleCnt="0"/>
      <dgm:spPr/>
    </dgm:pt>
    <dgm:pt modelId="{4140901D-FA99-44F1-A8A2-01F533A040F7}" type="pres">
      <dgm:prSet presAssocID="{8B2C2D07-1C8C-4C46-B066-255CA1C8A6EE}" presName="textRect" presStyleLbl="revTx" presStyleIdx="0" presStyleCnt="2">
        <dgm:presLayoutVars>
          <dgm:chMax val="1"/>
          <dgm:chPref val="1"/>
        </dgm:presLayoutVars>
      </dgm:prSet>
      <dgm:spPr/>
    </dgm:pt>
    <dgm:pt modelId="{AD55257E-E403-47C0-9AFA-689905290A39}" type="pres">
      <dgm:prSet presAssocID="{6635DFC2-E950-47A2-AD5B-2D13D75710E4}" presName="sibTrans" presStyleCnt="0"/>
      <dgm:spPr/>
    </dgm:pt>
    <dgm:pt modelId="{1E523911-273F-4261-A66A-34D881DF9983}" type="pres">
      <dgm:prSet presAssocID="{353CAA38-7AE8-49C1-A3E4-419694591452}" presName="compNode" presStyleCnt="0"/>
      <dgm:spPr/>
    </dgm:pt>
    <dgm:pt modelId="{D37E838C-3A8B-46B2-BDBD-02A7D677D11B}" type="pres">
      <dgm:prSet presAssocID="{353CAA38-7AE8-49C1-A3E4-419694591452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9F8BDB0D-F775-4CFB-8A55-8E7A8C2286AC}" type="pres">
      <dgm:prSet presAssocID="{353CAA38-7AE8-49C1-A3E4-41969459145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0D8AF27A-052C-40AA-8383-E22E79C670B8}" type="pres">
      <dgm:prSet presAssocID="{353CAA38-7AE8-49C1-A3E4-419694591452}" presName="spaceRect" presStyleCnt="0"/>
      <dgm:spPr/>
    </dgm:pt>
    <dgm:pt modelId="{C7D0E987-26E6-4AEF-85FC-BC97D65F241F}" type="pres">
      <dgm:prSet presAssocID="{353CAA38-7AE8-49C1-A3E4-41969459145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9C9C222-175A-4098-AAD0-D137A233CDD0}" type="presOf" srcId="{8B2C2D07-1C8C-4C46-B066-255CA1C8A6EE}" destId="{4140901D-FA99-44F1-A8A2-01F533A040F7}" srcOrd="0" destOrd="0" presId="urn:microsoft.com/office/officeart/2018/5/layout/IconLeafLabelList"/>
    <dgm:cxn modelId="{7F757D27-3E0D-499E-86F6-C092458FA091}" type="presOf" srcId="{353CAA38-7AE8-49C1-A3E4-419694591452}" destId="{C7D0E987-26E6-4AEF-85FC-BC97D65F241F}" srcOrd="0" destOrd="0" presId="urn:microsoft.com/office/officeart/2018/5/layout/IconLeafLabelList"/>
    <dgm:cxn modelId="{C5277F35-36BA-43C8-B906-D300102B6C34}" srcId="{231A3137-C558-48BE-9549-32E9F1CC575E}" destId="{8B2C2D07-1C8C-4C46-B066-255CA1C8A6EE}" srcOrd="0" destOrd="0" parTransId="{FB0155AE-F0A0-4008-ACB2-8BA5F55B6230}" sibTransId="{6635DFC2-E950-47A2-AD5B-2D13D75710E4}"/>
    <dgm:cxn modelId="{0B449850-D4D1-4D4D-A8DF-809BCB99BB5D}" srcId="{231A3137-C558-48BE-9549-32E9F1CC575E}" destId="{353CAA38-7AE8-49C1-A3E4-419694591452}" srcOrd="1" destOrd="0" parTransId="{4C980173-EC81-4700-8A76-7852687E1715}" sibTransId="{2CB22A90-4016-4B66-927F-62A682A297D9}"/>
    <dgm:cxn modelId="{972CE5DA-2227-4256-8313-8AD027C7B2AE}" type="presOf" srcId="{231A3137-C558-48BE-9549-32E9F1CC575E}" destId="{3D085485-207C-4EA0-9F68-325352E8A4B7}" srcOrd="0" destOrd="0" presId="urn:microsoft.com/office/officeart/2018/5/layout/IconLeafLabelList"/>
    <dgm:cxn modelId="{0FE69E62-551C-41E1-94D1-64A1FB8EB37B}" type="presParOf" srcId="{3D085485-207C-4EA0-9F68-325352E8A4B7}" destId="{6EEB178E-D0AD-4C9B-9690-226F6BB07C13}" srcOrd="0" destOrd="0" presId="urn:microsoft.com/office/officeart/2018/5/layout/IconLeafLabelList"/>
    <dgm:cxn modelId="{E3410F5C-0D96-42F6-AC9F-6205E3D2E6A5}" type="presParOf" srcId="{6EEB178E-D0AD-4C9B-9690-226F6BB07C13}" destId="{108CEB17-B9AF-42EB-88D4-19C10BD59927}" srcOrd="0" destOrd="0" presId="urn:microsoft.com/office/officeart/2018/5/layout/IconLeafLabelList"/>
    <dgm:cxn modelId="{0CCA43D1-9557-4535-B39B-A6076BEC7362}" type="presParOf" srcId="{6EEB178E-D0AD-4C9B-9690-226F6BB07C13}" destId="{DC3F678A-BECF-4066-B4F4-767285BB87F6}" srcOrd="1" destOrd="0" presId="urn:microsoft.com/office/officeart/2018/5/layout/IconLeafLabelList"/>
    <dgm:cxn modelId="{DD8C7985-D578-490B-B730-CBF7C2F5F8CB}" type="presParOf" srcId="{6EEB178E-D0AD-4C9B-9690-226F6BB07C13}" destId="{BD1C0C78-0FFF-4A93-8716-07D055282946}" srcOrd="2" destOrd="0" presId="urn:microsoft.com/office/officeart/2018/5/layout/IconLeafLabelList"/>
    <dgm:cxn modelId="{C695EC76-C3E3-43E4-952D-38301597EA9B}" type="presParOf" srcId="{6EEB178E-D0AD-4C9B-9690-226F6BB07C13}" destId="{4140901D-FA99-44F1-A8A2-01F533A040F7}" srcOrd="3" destOrd="0" presId="urn:microsoft.com/office/officeart/2018/5/layout/IconLeafLabelList"/>
    <dgm:cxn modelId="{9EB7DFEA-FF9B-4DD5-A61C-361CAEBF33F1}" type="presParOf" srcId="{3D085485-207C-4EA0-9F68-325352E8A4B7}" destId="{AD55257E-E403-47C0-9AFA-689905290A39}" srcOrd="1" destOrd="0" presId="urn:microsoft.com/office/officeart/2018/5/layout/IconLeafLabelList"/>
    <dgm:cxn modelId="{90876530-05D8-48FC-AD79-3A183256250E}" type="presParOf" srcId="{3D085485-207C-4EA0-9F68-325352E8A4B7}" destId="{1E523911-273F-4261-A66A-34D881DF9983}" srcOrd="2" destOrd="0" presId="urn:microsoft.com/office/officeart/2018/5/layout/IconLeafLabelList"/>
    <dgm:cxn modelId="{42FF92C7-D3C9-44D9-834A-E2A400535260}" type="presParOf" srcId="{1E523911-273F-4261-A66A-34D881DF9983}" destId="{D37E838C-3A8B-46B2-BDBD-02A7D677D11B}" srcOrd="0" destOrd="0" presId="urn:microsoft.com/office/officeart/2018/5/layout/IconLeafLabelList"/>
    <dgm:cxn modelId="{C90D9AB0-1699-4E95-A92D-BF90097B3D17}" type="presParOf" srcId="{1E523911-273F-4261-A66A-34D881DF9983}" destId="{9F8BDB0D-F775-4CFB-8A55-8E7A8C2286AC}" srcOrd="1" destOrd="0" presId="urn:microsoft.com/office/officeart/2018/5/layout/IconLeafLabelList"/>
    <dgm:cxn modelId="{4011DE90-E21B-4A79-98D6-AD2B444FF1C2}" type="presParOf" srcId="{1E523911-273F-4261-A66A-34D881DF9983}" destId="{0D8AF27A-052C-40AA-8383-E22E79C670B8}" srcOrd="2" destOrd="0" presId="urn:microsoft.com/office/officeart/2018/5/layout/IconLeafLabelList"/>
    <dgm:cxn modelId="{2825B2F0-EEF6-44FB-B3CE-537A3528A26A}" type="presParOf" srcId="{1E523911-273F-4261-A66A-34D881DF9983}" destId="{C7D0E987-26E6-4AEF-85FC-BC97D65F241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CADA40-4F5E-4905-963F-8D6D4DEFFA46}" type="doc">
      <dgm:prSet loTypeId="urn:microsoft.com/office/officeart/2018/layout/CircleProcess" loCatId="simpleprocesssa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8DA6519-B741-46AF-9222-999B0D92B005}">
      <dgm:prSet/>
      <dgm:spPr/>
      <dgm:t>
        <a:bodyPr/>
        <a:lstStyle/>
        <a:p>
          <a:r>
            <a:rPr lang="en-GB"/>
            <a:t>Input video frames are encoded by a pretrained ResNet-18 visual backbone.</a:t>
          </a:r>
          <a:endParaRPr lang="en-US"/>
        </a:p>
      </dgm:t>
    </dgm:pt>
    <dgm:pt modelId="{B2296E56-0F95-482D-9A95-29F7A85A70C8}" type="parTrans" cxnId="{A3C51B0A-A18F-47F4-8A78-CCF917E9D6B9}">
      <dgm:prSet/>
      <dgm:spPr/>
      <dgm:t>
        <a:bodyPr/>
        <a:lstStyle/>
        <a:p>
          <a:endParaRPr lang="en-US"/>
        </a:p>
      </dgm:t>
    </dgm:pt>
    <dgm:pt modelId="{5D68EFE7-C7A2-4155-80E6-A487FD9DE449}" type="sibTrans" cxnId="{A3C51B0A-A18F-47F4-8A78-CCF917E9D6B9}">
      <dgm:prSet/>
      <dgm:spPr/>
      <dgm:t>
        <a:bodyPr/>
        <a:lstStyle/>
        <a:p>
          <a:endParaRPr lang="en-US"/>
        </a:p>
      </dgm:t>
    </dgm:pt>
    <dgm:pt modelId="{71CB0585-D39E-4A24-A629-2739C29CDCE1}">
      <dgm:prSet/>
      <dgm:spPr/>
      <dgm:t>
        <a:bodyPr/>
        <a:lstStyle/>
        <a:p>
          <a:r>
            <a:rPr lang="en-GB"/>
            <a:t>A Transformer encoder captures temporal dependencies across frame features.</a:t>
          </a:r>
          <a:endParaRPr lang="en-US"/>
        </a:p>
      </dgm:t>
    </dgm:pt>
    <dgm:pt modelId="{37ADFE1E-E217-45A7-9E23-AFDD5C85881A}" type="parTrans" cxnId="{BFB9CEAA-6EB4-4967-B40B-54C673F0CE7B}">
      <dgm:prSet/>
      <dgm:spPr/>
      <dgm:t>
        <a:bodyPr/>
        <a:lstStyle/>
        <a:p>
          <a:endParaRPr lang="en-US"/>
        </a:p>
      </dgm:t>
    </dgm:pt>
    <dgm:pt modelId="{81937B4E-BD16-4D9A-971B-E6507FE2F8EB}" type="sibTrans" cxnId="{BFB9CEAA-6EB4-4967-B40B-54C673F0CE7B}">
      <dgm:prSet/>
      <dgm:spPr/>
      <dgm:t>
        <a:bodyPr/>
        <a:lstStyle/>
        <a:p>
          <a:endParaRPr lang="en-US"/>
        </a:p>
      </dgm:t>
    </dgm:pt>
    <dgm:pt modelId="{661B9573-242C-4E44-A50C-ACE77D2BC5E5}">
      <dgm:prSet/>
      <dgm:spPr/>
      <dgm:t>
        <a:bodyPr/>
        <a:lstStyle/>
        <a:p>
          <a:r>
            <a:rPr lang="en-GB"/>
            <a:t>Two decoding paths are used jointly: CTC head and attention decoder.</a:t>
          </a:r>
          <a:endParaRPr lang="en-US"/>
        </a:p>
      </dgm:t>
    </dgm:pt>
    <dgm:pt modelId="{6BE489CC-40DD-4F72-A15F-8A2E15E98F9F}" type="parTrans" cxnId="{1917FFC4-770A-4EB6-B38B-A15FA3A8DB79}">
      <dgm:prSet/>
      <dgm:spPr/>
      <dgm:t>
        <a:bodyPr/>
        <a:lstStyle/>
        <a:p>
          <a:endParaRPr lang="en-US"/>
        </a:p>
      </dgm:t>
    </dgm:pt>
    <dgm:pt modelId="{BCD24B71-3212-4D32-9F2A-FE8D0E3A2E79}" type="sibTrans" cxnId="{1917FFC4-770A-4EB6-B38B-A15FA3A8DB79}">
      <dgm:prSet/>
      <dgm:spPr/>
      <dgm:t>
        <a:bodyPr/>
        <a:lstStyle/>
        <a:p>
          <a:endParaRPr lang="en-US"/>
        </a:p>
      </dgm:t>
    </dgm:pt>
    <dgm:pt modelId="{3C1F68CF-DB90-4D77-AB95-E4C36F30DEA3}">
      <dgm:prSet/>
      <dgm:spPr/>
      <dgm:t>
        <a:bodyPr/>
        <a:lstStyle/>
        <a:p>
          <a:r>
            <a:rPr lang="en-GB"/>
            <a:t>Output is gloss sequence as german text.</a:t>
          </a:r>
          <a:endParaRPr lang="en-US"/>
        </a:p>
      </dgm:t>
    </dgm:pt>
    <dgm:pt modelId="{F936EEDB-6299-4398-9F07-8FD21AFFB078}" type="parTrans" cxnId="{310009E9-FF58-4A0D-9036-C9F6FB5E835A}">
      <dgm:prSet/>
      <dgm:spPr/>
      <dgm:t>
        <a:bodyPr/>
        <a:lstStyle/>
        <a:p>
          <a:endParaRPr lang="en-US"/>
        </a:p>
      </dgm:t>
    </dgm:pt>
    <dgm:pt modelId="{3D87A0C7-0887-4F66-8AAF-E185441092B8}" type="sibTrans" cxnId="{310009E9-FF58-4A0D-9036-C9F6FB5E835A}">
      <dgm:prSet/>
      <dgm:spPr/>
      <dgm:t>
        <a:bodyPr/>
        <a:lstStyle/>
        <a:p>
          <a:endParaRPr lang="en-US"/>
        </a:p>
      </dgm:t>
    </dgm:pt>
    <dgm:pt modelId="{1C80C5FC-4F20-4C27-95A3-0BB385311861}" type="pres">
      <dgm:prSet presAssocID="{89CADA40-4F5E-4905-963F-8D6D4DEFFA46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CDB612F-5C35-4A9E-A0ED-35D79F8C93D1}" type="pres">
      <dgm:prSet presAssocID="{3C1F68CF-DB90-4D77-AB95-E4C36F30DEA3}" presName="Accent4" presStyleCnt="0"/>
      <dgm:spPr/>
    </dgm:pt>
    <dgm:pt modelId="{B99784EE-5C39-4C28-9CC4-BFC63C2E52B5}" type="pres">
      <dgm:prSet presAssocID="{3C1F68CF-DB90-4D77-AB95-E4C36F30DEA3}" presName="Accent" presStyleLbl="node1" presStyleIdx="0" presStyleCnt="8"/>
      <dgm:spPr/>
    </dgm:pt>
    <dgm:pt modelId="{0736A92E-E9EB-4D87-9D97-34C35D79FB7D}" type="pres">
      <dgm:prSet presAssocID="{3C1F68CF-DB90-4D77-AB95-E4C36F30DEA3}" presName="ParentBackground4" presStyleCnt="0"/>
      <dgm:spPr/>
    </dgm:pt>
    <dgm:pt modelId="{0BD4177A-45A4-4C57-A598-444E3D930267}" type="pres">
      <dgm:prSet presAssocID="{3C1F68CF-DB90-4D77-AB95-E4C36F30DEA3}" presName="ParentBackground" presStyleLbl="node1" presStyleIdx="1" presStyleCnt="8"/>
      <dgm:spPr/>
    </dgm:pt>
    <dgm:pt modelId="{2A8BDA07-92AC-4AFC-BC4C-7C115A4BF42F}" type="pres">
      <dgm:prSet presAssocID="{3C1F68CF-DB90-4D77-AB95-E4C36F30DEA3}" presName="Parent4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1D96AAE6-2707-468F-8649-D957DCB0AC66}" type="pres">
      <dgm:prSet presAssocID="{661B9573-242C-4E44-A50C-ACE77D2BC5E5}" presName="Accent3" presStyleCnt="0"/>
      <dgm:spPr/>
    </dgm:pt>
    <dgm:pt modelId="{ED61AB91-06BB-4037-A138-869C1EECCCD8}" type="pres">
      <dgm:prSet presAssocID="{661B9573-242C-4E44-A50C-ACE77D2BC5E5}" presName="Accent" presStyleLbl="node1" presStyleIdx="2" presStyleCnt="8"/>
      <dgm:spPr/>
    </dgm:pt>
    <dgm:pt modelId="{3E6EF314-8D5F-4E56-B727-E9BA0C672852}" type="pres">
      <dgm:prSet presAssocID="{661B9573-242C-4E44-A50C-ACE77D2BC5E5}" presName="ParentBackground3" presStyleCnt="0"/>
      <dgm:spPr/>
    </dgm:pt>
    <dgm:pt modelId="{9480D555-8154-48E2-BE08-B5E2CD6129F8}" type="pres">
      <dgm:prSet presAssocID="{661B9573-242C-4E44-A50C-ACE77D2BC5E5}" presName="ParentBackground" presStyleLbl="node1" presStyleIdx="3" presStyleCnt="8"/>
      <dgm:spPr/>
    </dgm:pt>
    <dgm:pt modelId="{943B1D6E-34CA-4801-810E-537C308FD574}" type="pres">
      <dgm:prSet presAssocID="{661B9573-242C-4E44-A50C-ACE77D2BC5E5}" presName="Parent3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7A444ACF-6D63-4B8E-8889-DA0273D040E8}" type="pres">
      <dgm:prSet presAssocID="{71CB0585-D39E-4A24-A629-2739C29CDCE1}" presName="Accent2" presStyleCnt="0"/>
      <dgm:spPr/>
    </dgm:pt>
    <dgm:pt modelId="{D2F21F2C-F4D5-4365-81DD-13A4CF1AF23D}" type="pres">
      <dgm:prSet presAssocID="{71CB0585-D39E-4A24-A629-2739C29CDCE1}" presName="Accent" presStyleLbl="node1" presStyleIdx="4" presStyleCnt="8"/>
      <dgm:spPr/>
    </dgm:pt>
    <dgm:pt modelId="{BBB722D7-38FD-489C-88C5-AF3B38F424CA}" type="pres">
      <dgm:prSet presAssocID="{71CB0585-D39E-4A24-A629-2739C29CDCE1}" presName="ParentBackground2" presStyleCnt="0"/>
      <dgm:spPr/>
    </dgm:pt>
    <dgm:pt modelId="{0F24A63F-4F31-4DFB-A28C-AC44A8EBAACC}" type="pres">
      <dgm:prSet presAssocID="{71CB0585-D39E-4A24-A629-2739C29CDCE1}" presName="ParentBackground" presStyleLbl="node1" presStyleIdx="5" presStyleCnt="8"/>
      <dgm:spPr/>
    </dgm:pt>
    <dgm:pt modelId="{3AE8D53E-79C1-4B42-8E1A-E171809596C5}" type="pres">
      <dgm:prSet presAssocID="{71CB0585-D39E-4A24-A629-2739C29CDCE1}" presName="Parent2" presStyleLbl="fgAcc0" presStyleIdx="0" presStyleCnt="0">
        <dgm:presLayoutVars>
          <dgm:chMax val="1"/>
          <dgm:chPref val="1"/>
          <dgm:bulletEnabled val="1"/>
        </dgm:presLayoutVars>
      </dgm:prSet>
      <dgm:spPr/>
    </dgm:pt>
    <dgm:pt modelId="{41768116-D92F-49D7-B060-A1ED5B867374}" type="pres">
      <dgm:prSet presAssocID="{38DA6519-B741-46AF-9222-999B0D92B005}" presName="Accent1" presStyleCnt="0"/>
      <dgm:spPr/>
    </dgm:pt>
    <dgm:pt modelId="{7BB63961-13A6-4E60-8D35-15976CCBD534}" type="pres">
      <dgm:prSet presAssocID="{38DA6519-B741-46AF-9222-999B0D92B005}" presName="Accent" presStyleLbl="node1" presStyleIdx="6" presStyleCnt="8"/>
      <dgm:spPr/>
    </dgm:pt>
    <dgm:pt modelId="{1363FD81-16B5-469A-BB82-66CD6F341E8D}" type="pres">
      <dgm:prSet presAssocID="{38DA6519-B741-46AF-9222-999B0D92B005}" presName="ParentBackground1" presStyleCnt="0"/>
      <dgm:spPr/>
    </dgm:pt>
    <dgm:pt modelId="{3620A6A0-20DE-4365-B733-D144CC6D11DC}" type="pres">
      <dgm:prSet presAssocID="{38DA6519-B741-46AF-9222-999B0D92B005}" presName="ParentBackground" presStyleLbl="node1" presStyleIdx="7" presStyleCnt="8"/>
      <dgm:spPr/>
    </dgm:pt>
    <dgm:pt modelId="{C08FFD6A-A2C6-4EC0-9330-53D40E98766B}" type="pres">
      <dgm:prSet presAssocID="{38DA6519-B741-46AF-9222-999B0D92B005}" presName="Parent1" presStyleLbl="fgAcc0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A3C51B0A-A18F-47F4-8A78-CCF917E9D6B9}" srcId="{89CADA40-4F5E-4905-963F-8D6D4DEFFA46}" destId="{38DA6519-B741-46AF-9222-999B0D92B005}" srcOrd="0" destOrd="0" parTransId="{B2296E56-0F95-482D-9A95-29F7A85A70C8}" sibTransId="{5D68EFE7-C7A2-4155-80E6-A487FD9DE449}"/>
    <dgm:cxn modelId="{3189BE14-B6AD-4B86-952D-6E6882DA50F0}" type="presOf" srcId="{71CB0585-D39E-4A24-A629-2739C29CDCE1}" destId="{0F24A63F-4F31-4DFB-A28C-AC44A8EBAACC}" srcOrd="0" destOrd="0" presId="urn:microsoft.com/office/officeart/2018/layout/CircleProcess"/>
    <dgm:cxn modelId="{79206118-E303-4BA7-B2E3-66098D0C26C8}" type="presOf" srcId="{3C1F68CF-DB90-4D77-AB95-E4C36F30DEA3}" destId="{2A8BDA07-92AC-4AFC-BC4C-7C115A4BF42F}" srcOrd="1" destOrd="0" presId="urn:microsoft.com/office/officeart/2018/layout/CircleProcess"/>
    <dgm:cxn modelId="{9EAA4634-8270-46B2-AA56-E73EC9268833}" type="presOf" srcId="{661B9573-242C-4E44-A50C-ACE77D2BC5E5}" destId="{943B1D6E-34CA-4801-810E-537C308FD574}" srcOrd="1" destOrd="0" presId="urn:microsoft.com/office/officeart/2018/layout/CircleProcess"/>
    <dgm:cxn modelId="{F2A36638-467D-443F-9D8B-755B1F804CCB}" type="presOf" srcId="{38DA6519-B741-46AF-9222-999B0D92B005}" destId="{C08FFD6A-A2C6-4EC0-9330-53D40E98766B}" srcOrd="1" destOrd="0" presId="urn:microsoft.com/office/officeart/2018/layout/CircleProcess"/>
    <dgm:cxn modelId="{DD1CE04B-87B2-4819-A27C-222D4CFF6967}" type="presOf" srcId="{89CADA40-4F5E-4905-963F-8D6D4DEFFA46}" destId="{1C80C5FC-4F20-4C27-95A3-0BB385311861}" srcOrd="0" destOrd="0" presId="urn:microsoft.com/office/officeart/2018/layout/CircleProcess"/>
    <dgm:cxn modelId="{71CA254F-CAE4-4292-B116-B3E6907AE49F}" type="presOf" srcId="{71CB0585-D39E-4A24-A629-2739C29CDCE1}" destId="{3AE8D53E-79C1-4B42-8E1A-E171809596C5}" srcOrd="1" destOrd="0" presId="urn:microsoft.com/office/officeart/2018/layout/CircleProcess"/>
    <dgm:cxn modelId="{D4EA4E7F-87E1-4C46-9EF5-BC7241FB0ACD}" type="presOf" srcId="{38DA6519-B741-46AF-9222-999B0D92B005}" destId="{3620A6A0-20DE-4365-B733-D144CC6D11DC}" srcOrd="0" destOrd="0" presId="urn:microsoft.com/office/officeart/2018/layout/CircleProcess"/>
    <dgm:cxn modelId="{BFB9CEAA-6EB4-4967-B40B-54C673F0CE7B}" srcId="{89CADA40-4F5E-4905-963F-8D6D4DEFFA46}" destId="{71CB0585-D39E-4A24-A629-2739C29CDCE1}" srcOrd="1" destOrd="0" parTransId="{37ADFE1E-E217-45A7-9E23-AFDD5C85881A}" sibTransId="{81937B4E-BD16-4D9A-971B-E6507FE2F8EB}"/>
    <dgm:cxn modelId="{1917FFC4-770A-4EB6-B38B-A15FA3A8DB79}" srcId="{89CADA40-4F5E-4905-963F-8D6D4DEFFA46}" destId="{661B9573-242C-4E44-A50C-ACE77D2BC5E5}" srcOrd="2" destOrd="0" parTransId="{6BE489CC-40DD-4F72-A15F-8A2E15E98F9F}" sibTransId="{BCD24B71-3212-4D32-9F2A-FE8D0E3A2E79}"/>
    <dgm:cxn modelId="{925394E4-28ED-467E-8835-0C85BBBA48C1}" type="presOf" srcId="{3C1F68CF-DB90-4D77-AB95-E4C36F30DEA3}" destId="{0BD4177A-45A4-4C57-A598-444E3D930267}" srcOrd="0" destOrd="0" presId="urn:microsoft.com/office/officeart/2018/layout/CircleProcess"/>
    <dgm:cxn modelId="{310009E9-FF58-4A0D-9036-C9F6FB5E835A}" srcId="{89CADA40-4F5E-4905-963F-8D6D4DEFFA46}" destId="{3C1F68CF-DB90-4D77-AB95-E4C36F30DEA3}" srcOrd="3" destOrd="0" parTransId="{F936EEDB-6299-4398-9F07-8FD21AFFB078}" sibTransId="{3D87A0C7-0887-4F66-8AAF-E185441092B8}"/>
    <dgm:cxn modelId="{161966F8-4220-489D-A4AF-B6E0B331CDB7}" type="presOf" srcId="{661B9573-242C-4E44-A50C-ACE77D2BC5E5}" destId="{9480D555-8154-48E2-BE08-B5E2CD6129F8}" srcOrd="0" destOrd="0" presId="urn:microsoft.com/office/officeart/2018/layout/CircleProcess"/>
    <dgm:cxn modelId="{6A883A57-A89E-4897-88E2-98F4BE2F0B5A}" type="presParOf" srcId="{1C80C5FC-4F20-4C27-95A3-0BB385311861}" destId="{8CDB612F-5C35-4A9E-A0ED-35D79F8C93D1}" srcOrd="0" destOrd="0" presId="urn:microsoft.com/office/officeart/2018/layout/CircleProcess"/>
    <dgm:cxn modelId="{0D74FFB1-293B-45EB-9B50-FAA235F2EB97}" type="presParOf" srcId="{8CDB612F-5C35-4A9E-A0ED-35D79F8C93D1}" destId="{B99784EE-5C39-4C28-9CC4-BFC63C2E52B5}" srcOrd="0" destOrd="0" presId="urn:microsoft.com/office/officeart/2018/layout/CircleProcess"/>
    <dgm:cxn modelId="{CF04CA8B-70E9-4BB8-9164-2FCBF97038E3}" type="presParOf" srcId="{1C80C5FC-4F20-4C27-95A3-0BB385311861}" destId="{0736A92E-E9EB-4D87-9D97-34C35D79FB7D}" srcOrd="1" destOrd="0" presId="urn:microsoft.com/office/officeart/2018/layout/CircleProcess"/>
    <dgm:cxn modelId="{5B16B894-0443-4516-93DF-44D39CE71C1D}" type="presParOf" srcId="{0736A92E-E9EB-4D87-9D97-34C35D79FB7D}" destId="{0BD4177A-45A4-4C57-A598-444E3D930267}" srcOrd="0" destOrd="0" presId="urn:microsoft.com/office/officeart/2018/layout/CircleProcess"/>
    <dgm:cxn modelId="{15F0DFB3-FA68-489E-AD69-8D60DAF4E139}" type="presParOf" srcId="{1C80C5FC-4F20-4C27-95A3-0BB385311861}" destId="{2A8BDA07-92AC-4AFC-BC4C-7C115A4BF42F}" srcOrd="2" destOrd="0" presId="urn:microsoft.com/office/officeart/2018/layout/CircleProcess"/>
    <dgm:cxn modelId="{10F02C23-CACB-401F-8415-BA79BE17C9E7}" type="presParOf" srcId="{1C80C5FC-4F20-4C27-95A3-0BB385311861}" destId="{1D96AAE6-2707-468F-8649-D957DCB0AC66}" srcOrd="3" destOrd="0" presId="urn:microsoft.com/office/officeart/2018/layout/CircleProcess"/>
    <dgm:cxn modelId="{CD32928D-8CA5-422E-972D-0E78F77E1DC6}" type="presParOf" srcId="{1D96AAE6-2707-468F-8649-D957DCB0AC66}" destId="{ED61AB91-06BB-4037-A138-869C1EECCCD8}" srcOrd="0" destOrd="0" presId="urn:microsoft.com/office/officeart/2018/layout/CircleProcess"/>
    <dgm:cxn modelId="{B6FB021E-FFAB-4AB9-83E5-6522D6B487E2}" type="presParOf" srcId="{1C80C5FC-4F20-4C27-95A3-0BB385311861}" destId="{3E6EF314-8D5F-4E56-B727-E9BA0C672852}" srcOrd="4" destOrd="0" presId="urn:microsoft.com/office/officeart/2018/layout/CircleProcess"/>
    <dgm:cxn modelId="{91511975-DA83-4F04-AAFD-95A43BC27652}" type="presParOf" srcId="{3E6EF314-8D5F-4E56-B727-E9BA0C672852}" destId="{9480D555-8154-48E2-BE08-B5E2CD6129F8}" srcOrd="0" destOrd="0" presId="urn:microsoft.com/office/officeart/2018/layout/CircleProcess"/>
    <dgm:cxn modelId="{CB18971F-0825-4125-B3EA-5675CA2A55C7}" type="presParOf" srcId="{1C80C5FC-4F20-4C27-95A3-0BB385311861}" destId="{943B1D6E-34CA-4801-810E-537C308FD574}" srcOrd="5" destOrd="0" presId="urn:microsoft.com/office/officeart/2018/layout/CircleProcess"/>
    <dgm:cxn modelId="{2D722EF5-2346-477A-834B-2E54EFDED41D}" type="presParOf" srcId="{1C80C5FC-4F20-4C27-95A3-0BB385311861}" destId="{7A444ACF-6D63-4B8E-8889-DA0273D040E8}" srcOrd="6" destOrd="0" presId="urn:microsoft.com/office/officeart/2018/layout/CircleProcess"/>
    <dgm:cxn modelId="{1DC66E44-0EE4-44DE-B1B5-83BE027D8890}" type="presParOf" srcId="{7A444ACF-6D63-4B8E-8889-DA0273D040E8}" destId="{D2F21F2C-F4D5-4365-81DD-13A4CF1AF23D}" srcOrd="0" destOrd="0" presId="urn:microsoft.com/office/officeart/2018/layout/CircleProcess"/>
    <dgm:cxn modelId="{6D49CFA9-5E00-4AE4-AF8F-379ADBE114B4}" type="presParOf" srcId="{1C80C5FC-4F20-4C27-95A3-0BB385311861}" destId="{BBB722D7-38FD-489C-88C5-AF3B38F424CA}" srcOrd="7" destOrd="0" presId="urn:microsoft.com/office/officeart/2018/layout/CircleProcess"/>
    <dgm:cxn modelId="{BE7C0F5C-AFE4-4DFA-A224-860AB280F790}" type="presParOf" srcId="{BBB722D7-38FD-489C-88C5-AF3B38F424CA}" destId="{0F24A63F-4F31-4DFB-A28C-AC44A8EBAACC}" srcOrd="0" destOrd="0" presId="urn:microsoft.com/office/officeart/2018/layout/CircleProcess"/>
    <dgm:cxn modelId="{C80A3514-56FA-4DB7-86E4-6DBA9DAD01D1}" type="presParOf" srcId="{1C80C5FC-4F20-4C27-95A3-0BB385311861}" destId="{3AE8D53E-79C1-4B42-8E1A-E171809596C5}" srcOrd="8" destOrd="0" presId="urn:microsoft.com/office/officeart/2018/layout/CircleProcess"/>
    <dgm:cxn modelId="{569A482C-D88F-40CC-B9F2-9BBD9D97F327}" type="presParOf" srcId="{1C80C5FC-4F20-4C27-95A3-0BB385311861}" destId="{41768116-D92F-49D7-B060-A1ED5B867374}" srcOrd="9" destOrd="0" presId="urn:microsoft.com/office/officeart/2018/layout/CircleProcess"/>
    <dgm:cxn modelId="{D97ADB53-A61A-431F-AD2F-C8F89BDCC5D4}" type="presParOf" srcId="{41768116-D92F-49D7-B060-A1ED5B867374}" destId="{7BB63961-13A6-4E60-8D35-15976CCBD534}" srcOrd="0" destOrd="0" presId="urn:microsoft.com/office/officeart/2018/layout/CircleProcess"/>
    <dgm:cxn modelId="{F151166B-6E32-4A58-9DB7-2C1156E185DC}" type="presParOf" srcId="{1C80C5FC-4F20-4C27-95A3-0BB385311861}" destId="{1363FD81-16B5-469A-BB82-66CD6F341E8D}" srcOrd="10" destOrd="0" presId="urn:microsoft.com/office/officeart/2018/layout/CircleProcess"/>
    <dgm:cxn modelId="{6BE4B304-357B-41BA-B7AE-19A424A366A7}" type="presParOf" srcId="{1363FD81-16B5-469A-BB82-66CD6F341E8D}" destId="{3620A6A0-20DE-4365-B733-D144CC6D11DC}" srcOrd="0" destOrd="0" presId="urn:microsoft.com/office/officeart/2018/layout/CircleProcess"/>
    <dgm:cxn modelId="{9818EC78-3DC3-4142-81DA-71E6E71A8D6C}" type="presParOf" srcId="{1C80C5FC-4F20-4C27-95A3-0BB385311861}" destId="{C08FFD6A-A2C6-4EC0-9330-53D40E98766B}" srcOrd="11" destOrd="0" presId="urn:microsoft.com/office/officeart/2018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96EAEC-8DD8-4639-A201-05ADC0F0F57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025EA86-343D-4B2B-925A-677939E8BE90}">
      <dgm:prSet/>
      <dgm:spPr/>
      <dgm:t>
        <a:bodyPr/>
        <a:lstStyle/>
        <a:p>
          <a:r>
            <a:rPr lang="en-IN"/>
            <a:t>Pure CTC can become blank-heavy in difficult continuous sequences.</a:t>
          </a:r>
          <a:endParaRPr lang="en-US"/>
        </a:p>
      </dgm:t>
    </dgm:pt>
    <dgm:pt modelId="{85AAA851-ABA5-4716-9433-CB43CF58D7E8}" type="parTrans" cxnId="{5D7CA128-2DCE-4FD5-831B-C2FF68C56B12}">
      <dgm:prSet/>
      <dgm:spPr/>
      <dgm:t>
        <a:bodyPr/>
        <a:lstStyle/>
        <a:p>
          <a:endParaRPr lang="en-US"/>
        </a:p>
      </dgm:t>
    </dgm:pt>
    <dgm:pt modelId="{4BA9E24B-D81E-410A-9645-BD7B9D1BF4D0}" type="sibTrans" cxnId="{5D7CA128-2DCE-4FD5-831B-C2FF68C56B12}">
      <dgm:prSet/>
      <dgm:spPr/>
      <dgm:t>
        <a:bodyPr/>
        <a:lstStyle/>
        <a:p>
          <a:endParaRPr lang="en-US"/>
        </a:p>
      </dgm:t>
    </dgm:pt>
    <dgm:pt modelId="{015ECC52-85EA-4080-8273-90AC1F12487E}">
      <dgm:prSet/>
      <dgm:spPr/>
      <dgm:t>
        <a:bodyPr/>
        <a:lstStyle/>
        <a:p>
          <a:r>
            <a:rPr lang="en-IN"/>
            <a:t>Attention decoder captures token dependencies and improves sequence coherence.</a:t>
          </a:r>
          <a:endParaRPr lang="en-US"/>
        </a:p>
      </dgm:t>
    </dgm:pt>
    <dgm:pt modelId="{21640E96-C101-4F66-807A-3B45582B52A2}" type="parTrans" cxnId="{B02066BF-E8A5-4AFA-A6C4-4BBCE279A885}">
      <dgm:prSet/>
      <dgm:spPr/>
      <dgm:t>
        <a:bodyPr/>
        <a:lstStyle/>
        <a:p>
          <a:endParaRPr lang="en-US"/>
        </a:p>
      </dgm:t>
    </dgm:pt>
    <dgm:pt modelId="{AF58F69A-45AD-444C-A726-EA7BADB75474}" type="sibTrans" cxnId="{B02066BF-E8A5-4AFA-A6C4-4BBCE279A885}">
      <dgm:prSet/>
      <dgm:spPr/>
      <dgm:t>
        <a:bodyPr/>
        <a:lstStyle/>
        <a:p>
          <a:endParaRPr lang="en-US"/>
        </a:p>
      </dgm:t>
    </dgm:pt>
    <dgm:pt modelId="{60157AB7-422E-4DE9-BAD4-6A20726AB6D3}">
      <dgm:prSet/>
      <dgm:spPr/>
      <dgm:t>
        <a:bodyPr/>
        <a:lstStyle/>
        <a:p>
          <a:r>
            <a:rPr lang="en-IN"/>
            <a:t>Hybrid loss balances both strengths: CTC for alignment, attention for contextual decoding.</a:t>
          </a:r>
          <a:endParaRPr lang="en-US"/>
        </a:p>
      </dgm:t>
    </dgm:pt>
    <dgm:pt modelId="{2A61048E-A092-4F9E-A0B5-EA2529F6E163}" type="parTrans" cxnId="{BBF25FDD-D360-4A7F-A0FE-8F895238D7C7}">
      <dgm:prSet/>
      <dgm:spPr/>
      <dgm:t>
        <a:bodyPr/>
        <a:lstStyle/>
        <a:p>
          <a:endParaRPr lang="en-US"/>
        </a:p>
      </dgm:t>
    </dgm:pt>
    <dgm:pt modelId="{AD475F21-171A-4D81-956D-376C15895D71}" type="sibTrans" cxnId="{BBF25FDD-D360-4A7F-A0FE-8F895238D7C7}">
      <dgm:prSet/>
      <dgm:spPr/>
      <dgm:t>
        <a:bodyPr/>
        <a:lstStyle/>
        <a:p>
          <a:endParaRPr lang="en-US"/>
        </a:p>
      </dgm:t>
    </dgm:pt>
    <dgm:pt modelId="{664682F8-AE11-4C02-8130-4189ABC5A616}">
      <dgm:prSet/>
      <dgm:spPr/>
      <dgm:t>
        <a:bodyPr/>
        <a:lstStyle/>
        <a:p>
          <a:r>
            <a:rPr lang="en-IN"/>
            <a:t>In this implementation, hybrid setup was more reliable than pure CTC behaviour.</a:t>
          </a:r>
          <a:endParaRPr lang="en-US"/>
        </a:p>
      </dgm:t>
    </dgm:pt>
    <dgm:pt modelId="{BF62C2F2-8CA3-45F1-BA42-4DCDFBF7C2D1}" type="parTrans" cxnId="{581203E6-971A-473A-81B8-5E6897A8EFF9}">
      <dgm:prSet/>
      <dgm:spPr/>
      <dgm:t>
        <a:bodyPr/>
        <a:lstStyle/>
        <a:p>
          <a:endParaRPr lang="en-US"/>
        </a:p>
      </dgm:t>
    </dgm:pt>
    <dgm:pt modelId="{A97CFB39-4488-4C8B-8821-4D57C819A98E}" type="sibTrans" cxnId="{581203E6-971A-473A-81B8-5E6897A8EFF9}">
      <dgm:prSet/>
      <dgm:spPr/>
      <dgm:t>
        <a:bodyPr/>
        <a:lstStyle/>
        <a:p>
          <a:endParaRPr lang="en-US"/>
        </a:p>
      </dgm:t>
    </dgm:pt>
    <dgm:pt modelId="{201E5451-3314-4F74-B07C-65F23421D7F4}" type="pres">
      <dgm:prSet presAssocID="{0196EAEC-8DD8-4639-A201-05ADC0F0F574}" presName="root" presStyleCnt="0">
        <dgm:presLayoutVars>
          <dgm:dir/>
          <dgm:resizeHandles val="exact"/>
        </dgm:presLayoutVars>
      </dgm:prSet>
      <dgm:spPr/>
    </dgm:pt>
    <dgm:pt modelId="{9B661576-13BD-44A3-83E7-25110D9C2ACC}" type="pres">
      <dgm:prSet presAssocID="{0196EAEC-8DD8-4639-A201-05ADC0F0F574}" presName="container" presStyleCnt="0">
        <dgm:presLayoutVars>
          <dgm:dir/>
          <dgm:resizeHandles val="exact"/>
        </dgm:presLayoutVars>
      </dgm:prSet>
      <dgm:spPr/>
    </dgm:pt>
    <dgm:pt modelId="{7D21A4DE-09D9-44A0-9B57-DCCD32389E56}" type="pres">
      <dgm:prSet presAssocID="{0025EA86-343D-4B2B-925A-677939E8BE90}" presName="compNode" presStyleCnt="0"/>
      <dgm:spPr/>
    </dgm:pt>
    <dgm:pt modelId="{F8CC742C-1CBA-4C06-8A23-886E9F337492}" type="pres">
      <dgm:prSet presAssocID="{0025EA86-343D-4B2B-925A-677939E8BE90}" presName="iconBgRect" presStyleLbl="bgShp" presStyleIdx="0" presStyleCnt="4"/>
      <dgm:spPr/>
    </dgm:pt>
    <dgm:pt modelId="{29303DEF-A0C2-4011-A7CB-49EB998D5ABA}" type="pres">
      <dgm:prSet presAssocID="{0025EA86-343D-4B2B-925A-677939E8BE9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F33C8243-F9F8-4760-A00B-3E1B985F02F2}" type="pres">
      <dgm:prSet presAssocID="{0025EA86-343D-4B2B-925A-677939E8BE90}" presName="spaceRect" presStyleCnt="0"/>
      <dgm:spPr/>
    </dgm:pt>
    <dgm:pt modelId="{685F5346-4FFC-4E2D-A528-7ED6C788572C}" type="pres">
      <dgm:prSet presAssocID="{0025EA86-343D-4B2B-925A-677939E8BE90}" presName="textRect" presStyleLbl="revTx" presStyleIdx="0" presStyleCnt="4">
        <dgm:presLayoutVars>
          <dgm:chMax val="1"/>
          <dgm:chPref val="1"/>
        </dgm:presLayoutVars>
      </dgm:prSet>
      <dgm:spPr/>
    </dgm:pt>
    <dgm:pt modelId="{57A37AFC-069A-4F86-BE37-AD94ABF058B9}" type="pres">
      <dgm:prSet presAssocID="{4BA9E24B-D81E-410A-9645-BD7B9D1BF4D0}" presName="sibTrans" presStyleLbl="sibTrans2D1" presStyleIdx="0" presStyleCnt="0"/>
      <dgm:spPr/>
    </dgm:pt>
    <dgm:pt modelId="{3648F0C2-9DF3-4276-A971-8BD7D5BACB57}" type="pres">
      <dgm:prSet presAssocID="{015ECC52-85EA-4080-8273-90AC1F12487E}" presName="compNode" presStyleCnt="0"/>
      <dgm:spPr/>
    </dgm:pt>
    <dgm:pt modelId="{3C2BA2D5-B212-4A2F-97D7-AEF576750C3E}" type="pres">
      <dgm:prSet presAssocID="{015ECC52-85EA-4080-8273-90AC1F12487E}" presName="iconBgRect" presStyleLbl="bgShp" presStyleIdx="1" presStyleCnt="4"/>
      <dgm:spPr/>
    </dgm:pt>
    <dgm:pt modelId="{E59AB8AA-16C4-4127-85EF-28F6EAFFCDAA}" type="pres">
      <dgm:prSet presAssocID="{015ECC52-85EA-4080-8273-90AC1F12487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FD15582-8724-4966-9114-86538A0C6D25}" type="pres">
      <dgm:prSet presAssocID="{015ECC52-85EA-4080-8273-90AC1F12487E}" presName="spaceRect" presStyleCnt="0"/>
      <dgm:spPr/>
    </dgm:pt>
    <dgm:pt modelId="{74F021B6-9882-46AC-AD70-B376A7824D77}" type="pres">
      <dgm:prSet presAssocID="{015ECC52-85EA-4080-8273-90AC1F12487E}" presName="textRect" presStyleLbl="revTx" presStyleIdx="1" presStyleCnt="4">
        <dgm:presLayoutVars>
          <dgm:chMax val="1"/>
          <dgm:chPref val="1"/>
        </dgm:presLayoutVars>
      </dgm:prSet>
      <dgm:spPr/>
    </dgm:pt>
    <dgm:pt modelId="{2F09AED4-3E16-4A10-9D44-AAFAAFA82DB0}" type="pres">
      <dgm:prSet presAssocID="{AF58F69A-45AD-444C-A726-EA7BADB75474}" presName="sibTrans" presStyleLbl="sibTrans2D1" presStyleIdx="0" presStyleCnt="0"/>
      <dgm:spPr/>
    </dgm:pt>
    <dgm:pt modelId="{5DE024B1-6C68-47DC-9322-BB17349E261F}" type="pres">
      <dgm:prSet presAssocID="{60157AB7-422E-4DE9-BAD4-6A20726AB6D3}" presName="compNode" presStyleCnt="0"/>
      <dgm:spPr/>
    </dgm:pt>
    <dgm:pt modelId="{B8AA95EB-2971-42D3-89CE-A70CD125AD35}" type="pres">
      <dgm:prSet presAssocID="{60157AB7-422E-4DE9-BAD4-6A20726AB6D3}" presName="iconBgRect" presStyleLbl="bgShp" presStyleIdx="2" presStyleCnt="4"/>
      <dgm:spPr/>
    </dgm:pt>
    <dgm:pt modelId="{7DF06C2A-1A57-4C30-BBA3-27CCE20BB9E5}" type="pres">
      <dgm:prSet presAssocID="{60157AB7-422E-4DE9-BAD4-6A20726AB6D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D64A78EB-B6F3-411D-8A91-F66AEAE58576}" type="pres">
      <dgm:prSet presAssocID="{60157AB7-422E-4DE9-BAD4-6A20726AB6D3}" presName="spaceRect" presStyleCnt="0"/>
      <dgm:spPr/>
    </dgm:pt>
    <dgm:pt modelId="{DC706DDD-9F6D-47CF-B2F9-D4A138B1CA91}" type="pres">
      <dgm:prSet presAssocID="{60157AB7-422E-4DE9-BAD4-6A20726AB6D3}" presName="textRect" presStyleLbl="revTx" presStyleIdx="2" presStyleCnt="4">
        <dgm:presLayoutVars>
          <dgm:chMax val="1"/>
          <dgm:chPref val="1"/>
        </dgm:presLayoutVars>
      </dgm:prSet>
      <dgm:spPr/>
    </dgm:pt>
    <dgm:pt modelId="{0F8A603C-8B35-4BCE-89C6-040AE46BF993}" type="pres">
      <dgm:prSet presAssocID="{AD475F21-171A-4D81-956D-376C15895D71}" presName="sibTrans" presStyleLbl="sibTrans2D1" presStyleIdx="0" presStyleCnt="0"/>
      <dgm:spPr/>
    </dgm:pt>
    <dgm:pt modelId="{8257EBDA-AF57-4010-951E-1973D320AC97}" type="pres">
      <dgm:prSet presAssocID="{664682F8-AE11-4C02-8130-4189ABC5A616}" presName="compNode" presStyleCnt="0"/>
      <dgm:spPr/>
    </dgm:pt>
    <dgm:pt modelId="{87E434AB-E6D7-4F7A-A538-9ED979E02DA8}" type="pres">
      <dgm:prSet presAssocID="{664682F8-AE11-4C02-8130-4189ABC5A616}" presName="iconBgRect" presStyleLbl="bgShp" presStyleIdx="3" presStyleCnt="4"/>
      <dgm:spPr/>
    </dgm:pt>
    <dgm:pt modelId="{4E0012A5-552E-4196-8B48-5FEA88996EDE}" type="pres">
      <dgm:prSet presAssocID="{664682F8-AE11-4C02-8130-4189ABC5A61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7B61129-D34A-4D10-8DD4-3FD993E3979F}" type="pres">
      <dgm:prSet presAssocID="{664682F8-AE11-4C02-8130-4189ABC5A616}" presName="spaceRect" presStyleCnt="0"/>
      <dgm:spPr/>
    </dgm:pt>
    <dgm:pt modelId="{ED11B2B2-BD82-4BA2-9FC0-016A3E26B270}" type="pres">
      <dgm:prSet presAssocID="{664682F8-AE11-4C02-8130-4189ABC5A61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F477000-DE32-479B-8ED1-AEDED8AB388E}" type="presOf" srcId="{60157AB7-422E-4DE9-BAD4-6A20726AB6D3}" destId="{DC706DDD-9F6D-47CF-B2F9-D4A138B1CA91}" srcOrd="0" destOrd="0" presId="urn:microsoft.com/office/officeart/2018/2/layout/IconCircleList"/>
    <dgm:cxn modelId="{9D9F5C0B-113C-4940-A269-B5FCBB60699F}" type="presOf" srcId="{0196EAEC-8DD8-4639-A201-05ADC0F0F574}" destId="{201E5451-3314-4F74-B07C-65F23421D7F4}" srcOrd="0" destOrd="0" presId="urn:microsoft.com/office/officeart/2018/2/layout/IconCircleList"/>
    <dgm:cxn modelId="{BA550926-EC90-4EC4-9942-6454FE623768}" type="presOf" srcId="{015ECC52-85EA-4080-8273-90AC1F12487E}" destId="{74F021B6-9882-46AC-AD70-B376A7824D77}" srcOrd="0" destOrd="0" presId="urn:microsoft.com/office/officeart/2018/2/layout/IconCircleList"/>
    <dgm:cxn modelId="{5D7CA128-2DCE-4FD5-831B-C2FF68C56B12}" srcId="{0196EAEC-8DD8-4639-A201-05ADC0F0F574}" destId="{0025EA86-343D-4B2B-925A-677939E8BE90}" srcOrd="0" destOrd="0" parTransId="{85AAA851-ABA5-4716-9433-CB43CF58D7E8}" sibTransId="{4BA9E24B-D81E-410A-9645-BD7B9D1BF4D0}"/>
    <dgm:cxn modelId="{B64E3E59-E32C-4B4A-86DE-42AA197F5266}" type="presOf" srcId="{664682F8-AE11-4C02-8130-4189ABC5A616}" destId="{ED11B2B2-BD82-4BA2-9FC0-016A3E26B270}" srcOrd="0" destOrd="0" presId="urn:microsoft.com/office/officeart/2018/2/layout/IconCircleList"/>
    <dgm:cxn modelId="{BB360485-C328-4F07-9AFE-5F10E633237B}" type="presOf" srcId="{0025EA86-343D-4B2B-925A-677939E8BE90}" destId="{685F5346-4FFC-4E2D-A528-7ED6C788572C}" srcOrd="0" destOrd="0" presId="urn:microsoft.com/office/officeart/2018/2/layout/IconCircleList"/>
    <dgm:cxn modelId="{85BD678B-47F5-43CB-BE73-AF739523FAF2}" type="presOf" srcId="{4BA9E24B-D81E-410A-9645-BD7B9D1BF4D0}" destId="{57A37AFC-069A-4F86-BE37-AD94ABF058B9}" srcOrd="0" destOrd="0" presId="urn:microsoft.com/office/officeart/2018/2/layout/IconCircleList"/>
    <dgm:cxn modelId="{60F145A7-80EF-45E7-A9E0-7281061B1C3A}" type="presOf" srcId="{AF58F69A-45AD-444C-A726-EA7BADB75474}" destId="{2F09AED4-3E16-4A10-9D44-AAFAAFA82DB0}" srcOrd="0" destOrd="0" presId="urn:microsoft.com/office/officeart/2018/2/layout/IconCircleList"/>
    <dgm:cxn modelId="{B02066BF-E8A5-4AFA-A6C4-4BBCE279A885}" srcId="{0196EAEC-8DD8-4639-A201-05ADC0F0F574}" destId="{015ECC52-85EA-4080-8273-90AC1F12487E}" srcOrd="1" destOrd="0" parTransId="{21640E96-C101-4F66-807A-3B45582B52A2}" sibTransId="{AF58F69A-45AD-444C-A726-EA7BADB75474}"/>
    <dgm:cxn modelId="{A5EC64CF-EF0F-4816-B958-ECF6B116D9E0}" type="presOf" srcId="{AD475F21-171A-4D81-956D-376C15895D71}" destId="{0F8A603C-8B35-4BCE-89C6-040AE46BF993}" srcOrd="0" destOrd="0" presId="urn:microsoft.com/office/officeart/2018/2/layout/IconCircleList"/>
    <dgm:cxn modelId="{BBF25FDD-D360-4A7F-A0FE-8F895238D7C7}" srcId="{0196EAEC-8DD8-4639-A201-05ADC0F0F574}" destId="{60157AB7-422E-4DE9-BAD4-6A20726AB6D3}" srcOrd="2" destOrd="0" parTransId="{2A61048E-A092-4F9E-A0B5-EA2529F6E163}" sibTransId="{AD475F21-171A-4D81-956D-376C15895D71}"/>
    <dgm:cxn modelId="{581203E6-971A-473A-81B8-5E6897A8EFF9}" srcId="{0196EAEC-8DD8-4639-A201-05ADC0F0F574}" destId="{664682F8-AE11-4C02-8130-4189ABC5A616}" srcOrd="3" destOrd="0" parTransId="{BF62C2F2-8CA3-45F1-BA42-4DCDFBF7C2D1}" sibTransId="{A97CFB39-4488-4C8B-8821-4D57C819A98E}"/>
    <dgm:cxn modelId="{0EDFA1C4-9B60-4382-8BA5-1F38DBD6C5B3}" type="presParOf" srcId="{201E5451-3314-4F74-B07C-65F23421D7F4}" destId="{9B661576-13BD-44A3-83E7-25110D9C2ACC}" srcOrd="0" destOrd="0" presId="urn:microsoft.com/office/officeart/2018/2/layout/IconCircleList"/>
    <dgm:cxn modelId="{09034376-E7AD-46C4-BA2F-56EB1457F04D}" type="presParOf" srcId="{9B661576-13BD-44A3-83E7-25110D9C2ACC}" destId="{7D21A4DE-09D9-44A0-9B57-DCCD32389E56}" srcOrd="0" destOrd="0" presId="urn:microsoft.com/office/officeart/2018/2/layout/IconCircleList"/>
    <dgm:cxn modelId="{B97E42CA-CB7C-4B82-9CC7-F5B7DF131C44}" type="presParOf" srcId="{7D21A4DE-09D9-44A0-9B57-DCCD32389E56}" destId="{F8CC742C-1CBA-4C06-8A23-886E9F337492}" srcOrd="0" destOrd="0" presId="urn:microsoft.com/office/officeart/2018/2/layout/IconCircleList"/>
    <dgm:cxn modelId="{DD1FD7D4-4A65-4040-B8A2-45F5C90EBE74}" type="presParOf" srcId="{7D21A4DE-09D9-44A0-9B57-DCCD32389E56}" destId="{29303DEF-A0C2-4011-A7CB-49EB998D5ABA}" srcOrd="1" destOrd="0" presId="urn:microsoft.com/office/officeart/2018/2/layout/IconCircleList"/>
    <dgm:cxn modelId="{0D056017-2847-435C-B49B-D025795AE56F}" type="presParOf" srcId="{7D21A4DE-09D9-44A0-9B57-DCCD32389E56}" destId="{F33C8243-F9F8-4760-A00B-3E1B985F02F2}" srcOrd="2" destOrd="0" presId="urn:microsoft.com/office/officeart/2018/2/layout/IconCircleList"/>
    <dgm:cxn modelId="{DD3C2660-4587-4D3E-8150-83260E2720B0}" type="presParOf" srcId="{7D21A4DE-09D9-44A0-9B57-DCCD32389E56}" destId="{685F5346-4FFC-4E2D-A528-7ED6C788572C}" srcOrd="3" destOrd="0" presId="urn:microsoft.com/office/officeart/2018/2/layout/IconCircleList"/>
    <dgm:cxn modelId="{FB0765CB-9E60-4C32-B5B1-5D8801073DB0}" type="presParOf" srcId="{9B661576-13BD-44A3-83E7-25110D9C2ACC}" destId="{57A37AFC-069A-4F86-BE37-AD94ABF058B9}" srcOrd="1" destOrd="0" presId="urn:microsoft.com/office/officeart/2018/2/layout/IconCircleList"/>
    <dgm:cxn modelId="{7785F28D-E203-4139-BDFB-7F7D060B6F95}" type="presParOf" srcId="{9B661576-13BD-44A3-83E7-25110D9C2ACC}" destId="{3648F0C2-9DF3-4276-A971-8BD7D5BACB57}" srcOrd="2" destOrd="0" presId="urn:microsoft.com/office/officeart/2018/2/layout/IconCircleList"/>
    <dgm:cxn modelId="{47988041-AD50-446F-8B74-94A26784CB11}" type="presParOf" srcId="{3648F0C2-9DF3-4276-A971-8BD7D5BACB57}" destId="{3C2BA2D5-B212-4A2F-97D7-AEF576750C3E}" srcOrd="0" destOrd="0" presId="urn:microsoft.com/office/officeart/2018/2/layout/IconCircleList"/>
    <dgm:cxn modelId="{72A0A470-5B72-4466-B676-83EF14A791E6}" type="presParOf" srcId="{3648F0C2-9DF3-4276-A971-8BD7D5BACB57}" destId="{E59AB8AA-16C4-4127-85EF-28F6EAFFCDAA}" srcOrd="1" destOrd="0" presId="urn:microsoft.com/office/officeart/2018/2/layout/IconCircleList"/>
    <dgm:cxn modelId="{D8011EC7-DFCF-47F6-82B1-4A45EB1A9660}" type="presParOf" srcId="{3648F0C2-9DF3-4276-A971-8BD7D5BACB57}" destId="{DFD15582-8724-4966-9114-86538A0C6D25}" srcOrd="2" destOrd="0" presId="urn:microsoft.com/office/officeart/2018/2/layout/IconCircleList"/>
    <dgm:cxn modelId="{C9BF1CBF-99BC-4077-B6D0-F7EBD3EAC0B9}" type="presParOf" srcId="{3648F0C2-9DF3-4276-A971-8BD7D5BACB57}" destId="{74F021B6-9882-46AC-AD70-B376A7824D77}" srcOrd="3" destOrd="0" presId="urn:microsoft.com/office/officeart/2018/2/layout/IconCircleList"/>
    <dgm:cxn modelId="{23C5A9D1-4361-4F89-89AC-1978BDB6D707}" type="presParOf" srcId="{9B661576-13BD-44A3-83E7-25110D9C2ACC}" destId="{2F09AED4-3E16-4A10-9D44-AAFAAFA82DB0}" srcOrd="3" destOrd="0" presId="urn:microsoft.com/office/officeart/2018/2/layout/IconCircleList"/>
    <dgm:cxn modelId="{9F183385-D24F-4C1D-BEAB-AF8A5C536AE8}" type="presParOf" srcId="{9B661576-13BD-44A3-83E7-25110D9C2ACC}" destId="{5DE024B1-6C68-47DC-9322-BB17349E261F}" srcOrd="4" destOrd="0" presId="urn:microsoft.com/office/officeart/2018/2/layout/IconCircleList"/>
    <dgm:cxn modelId="{6F2D46C4-5818-4892-AAFA-4237D2A5F214}" type="presParOf" srcId="{5DE024B1-6C68-47DC-9322-BB17349E261F}" destId="{B8AA95EB-2971-42D3-89CE-A70CD125AD35}" srcOrd="0" destOrd="0" presId="urn:microsoft.com/office/officeart/2018/2/layout/IconCircleList"/>
    <dgm:cxn modelId="{58E51FE2-BF83-42C1-BC5E-AB45C3A2943B}" type="presParOf" srcId="{5DE024B1-6C68-47DC-9322-BB17349E261F}" destId="{7DF06C2A-1A57-4C30-BBA3-27CCE20BB9E5}" srcOrd="1" destOrd="0" presId="urn:microsoft.com/office/officeart/2018/2/layout/IconCircleList"/>
    <dgm:cxn modelId="{69709EA5-BC15-49C9-AAFD-F2A9C0228968}" type="presParOf" srcId="{5DE024B1-6C68-47DC-9322-BB17349E261F}" destId="{D64A78EB-B6F3-411D-8A91-F66AEAE58576}" srcOrd="2" destOrd="0" presId="urn:microsoft.com/office/officeart/2018/2/layout/IconCircleList"/>
    <dgm:cxn modelId="{BFCE6E0F-3AF7-447D-A368-47B438AF79A1}" type="presParOf" srcId="{5DE024B1-6C68-47DC-9322-BB17349E261F}" destId="{DC706DDD-9F6D-47CF-B2F9-D4A138B1CA91}" srcOrd="3" destOrd="0" presId="urn:microsoft.com/office/officeart/2018/2/layout/IconCircleList"/>
    <dgm:cxn modelId="{6C2E547B-2ED9-48F8-8629-5D864C528940}" type="presParOf" srcId="{9B661576-13BD-44A3-83E7-25110D9C2ACC}" destId="{0F8A603C-8B35-4BCE-89C6-040AE46BF993}" srcOrd="5" destOrd="0" presId="urn:microsoft.com/office/officeart/2018/2/layout/IconCircleList"/>
    <dgm:cxn modelId="{51B47F00-7907-47F8-89CE-ABCF84C2C701}" type="presParOf" srcId="{9B661576-13BD-44A3-83E7-25110D9C2ACC}" destId="{8257EBDA-AF57-4010-951E-1973D320AC97}" srcOrd="6" destOrd="0" presId="urn:microsoft.com/office/officeart/2018/2/layout/IconCircleList"/>
    <dgm:cxn modelId="{D12D271F-0CA5-4391-8298-11690C69DDB3}" type="presParOf" srcId="{8257EBDA-AF57-4010-951E-1973D320AC97}" destId="{87E434AB-E6D7-4F7A-A538-9ED979E02DA8}" srcOrd="0" destOrd="0" presId="urn:microsoft.com/office/officeart/2018/2/layout/IconCircleList"/>
    <dgm:cxn modelId="{3445E63D-4827-4E4B-94AD-637A968119AF}" type="presParOf" srcId="{8257EBDA-AF57-4010-951E-1973D320AC97}" destId="{4E0012A5-552E-4196-8B48-5FEA88996EDE}" srcOrd="1" destOrd="0" presId="urn:microsoft.com/office/officeart/2018/2/layout/IconCircleList"/>
    <dgm:cxn modelId="{0310B281-FB78-4A04-85BC-A671D7A64F5D}" type="presParOf" srcId="{8257EBDA-AF57-4010-951E-1973D320AC97}" destId="{E7B61129-D34A-4D10-8DD4-3FD993E3979F}" srcOrd="2" destOrd="0" presId="urn:microsoft.com/office/officeart/2018/2/layout/IconCircleList"/>
    <dgm:cxn modelId="{EF802103-23E3-4205-866E-EB3A19F541C7}" type="presParOf" srcId="{8257EBDA-AF57-4010-951E-1973D320AC97}" destId="{ED11B2B2-BD82-4BA2-9FC0-016A3E26B27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CEB17-B9AF-42EB-88D4-19C10BD59927}">
      <dsp:nvSpPr>
        <dsp:cNvPr id="0" name=""/>
        <dsp:cNvSpPr/>
      </dsp:nvSpPr>
      <dsp:spPr>
        <a:xfrm>
          <a:off x="225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3F678A-BECF-4066-B4F4-767285BB87F6}">
      <dsp:nvSpPr>
        <dsp:cNvPr id="0" name=""/>
        <dsp:cNvSpPr/>
      </dsp:nvSpPr>
      <dsp:spPr>
        <a:xfrm>
          <a:off x="271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0901D-FA99-44F1-A8A2-01F533A040F7}">
      <dsp:nvSpPr>
        <dsp:cNvPr id="0" name=""/>
        <dsp:cNvSpPr/>
      </dsp:nvSpPr>
      <dsp:spPr>
        <a:xfrm>
          <a:off x="154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/>
            <a:t>RWTH-PHOENIX-Weather 2014 T (standard CSLR benchmark).</a:t>
          </a:r>
          <a:endParaRPr lang="en-US" sz="1600" kern="1200"/>
        </a:p>
      </dsp:txBody>
      <dsp:txXfrm>
        <a:off x="1548914" y="3176402"/>
        <a:ext cx="3600000" cy="720000"/>
      </dsp:txXfrm>
    </dsp:sp>
    <dsp:sp modelId="{D37E838C-3A8B-46B2-BDBD-02A7D677D11B}">
      <dsp:nvSpPr>
        <dsp:cNvPr id="0" name=""/>
        <dsp:cNvSpPr/>
      </dsp:nvSpPr>
      <dsp:spPr>
        <a:xfrm>
          <a:off x="6480914" y="296402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BDB0D-F775-4CFB-8A55-8E7A8C2286AC}">
      <dsp:nvSpPr>
        <dsp:cNvPr id="0" name=""/>
        <dsp:cNvSpPr/>
      </dsp:nvSpPr>
      <dsp:spPr>
        <a:xfrm>
          <a:off x="6948914" y="764402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0E987-26E6-4AEF-85FC-BC97D65F241F}">
      <dsp:nvSpPr>
        <dsp:cNvPr id="0" name=""/>
        <dsp:cNvSpPr/>
      </dsp:nvSpPr>
      <dsp:spPr>
        <a:xfrm>
          <a:off x="5778914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/>
            <a:t>( </a:t>
          </a:r>
          <a:r>
            <a:rPr lang="en-GB" sz="1600" kern="1200">
              <a:hlinkClick xmlns:r="http://schemas.openxmlformats.org/officeDocument/2006/relationships" r:id="rId3"/>
            </a:rPr>
            <a:t>https://www-i6.informatik.rwth-aachen.de/~koller/RWTH-PHOENIX-2014-T</a:t>
          </a:r>
          <a:r>
            <a:rPr lang="en-GB" sz="1600" kern="1200"/>
            <a:t> )</a:t>
          </a:r>
          <a:endParaRPr lang="en-US" sz="1600" kern="1200"/>
        </a:p>
      </dsp:txBody>
      <dsp:txXfrm>
        <a:off x="5778914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784EE-5C39-4C28-9CC4-BFC63C2E52B5}">
      <dsp:nvSpPr>
        <dsp:cNvPr id="0" name=""/>
        <dsp:cNvSpPr/>
      </dsp:nvSpPr>
      <dsp:spPr>
        <a:xfrm>
          <a:off x="7889615" y="793591"/>
          <a:ext cx="2102484" cy="21025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D4177A-45A4-4C57-A598-444E3D930267}">
      <dsp:nvSpPr>
        <dsp:cNvPr id="0" name=""/>
        <dsp:cNvSpPr/>
      </dsp:nvSpPr>
      <dsp:spPr>
        <a:xfrm>
          <a:off x="7959938" y="863689"/>
          <a:ext cx="1962739" cy="196239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Output is gloss sequence as german text.</a:t>
          </a:r>
          <a:endParaRPr lang="en-US" sz="1400" kern="1200"/>
        </a:p>
      </dsp:txBody>
      <dsp:txXfrm>
        <a:off x="8240329" y="1144084"/>
        <a:ext cx="1401956" cy="1401604"/>
      </dsp:txXfrm>
    </dsp:sp>
    <dsp:sp modelId="{ED61AB91-06BB-4037-A138-869C1EECCCD8}">
      <dsp:nvSpPr>
        <dsp:cNvPr id="0" name=""/>
        <dsp:cNvSpPr/>
      </dsp:nvSpPr>
      <dsp:spPr>
        <a:xfrm rot="2700000">
          <a:off x="5707774" y="793443"/>
          <a:ext cx="2102518" cy="2102518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0D555-8154-48E2-BE08-B5E2CD6129F8}">
      <dsp:nvSpPr>
        <dsp:cNvPr id="0" name=""/>
        <dsp:cNvSpPr/>
      </dsp:nvSpPr>
      <dsp:spPr>
        <a:xfrm>
          <a:off x="5787130" y="863689"/>
          <a:ext cx="1962739" cy="196239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Two decoding paths are used jointly: CTC head and attention decoder.</a:t>
          </a:r>
          <a:endParaRPr lang="en-US" sz="1400" kern="1200"/>
        </a:p>
      </dsp:txBody>
      <dsp:txXfrm>
        <a:off x="6067522" y="1144084"/>
        <a:ext cx="1401956" cy="1401604"/>
      </dsp:txXfrm>
    </dsp:sp>
    <dsp:sp modelId="{D2F21F2C-F4D5-4365-81DD-13A4CF1AF23D}">
      <dsp:nvSpPr>
        <dsp:cNvPr id="0" name=""/>
        <dsp:cNvSpPr/>
      </dsp:nvSpPr>
      <dsp:spPr>
        <a:xfrm rot="2700000">
          <a:off x="3543982" y="793443"/>
          <a:ext cx="2102518" cy="2102518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4A63F-4F31-4DFB-A28C-AC44A8EBAACC}">
      <dsp:nvSpPr>
        <dsp:cNvPr id="0" name=""/>
        <dsp:cNvSpPr/>
      </dsp:nvSpPr>
      <dsp:spPr>
        <a:xfrm>
          <a:off x="3614323" y="863689"/>
          <a:ext cx="1962739" cy="196239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 Transformer encoder captures temporal dependencies across frame features.</a:t>
          </a:r>
          <a:endParaRPr lang="en-US" sz="1400" kern="1200"/>
        </a:p>
      </dsp:txBody>
      <dsp:txXfrm>
        <a:off x="3894714" y="1144084"/>
        <a:ext cx="1401956" cy="1401604"/>
      </dsp:txXfrm>
    </dsp:sp>
    <dsp:sp modelId="{7BB63961-13A6-4E60-8D35-15976CCBD534}">
      <dsp:nvSpPr>
        <dsp:cNvPr id="0" name=""/>
        <dsp:cNvSpPr/>
      </dsp:nvSpPr>
      <dsp:spPr>
        <a:xfrm rot="2700000">
          <a:off x="1371175" y="793443"/>
          <a:ext cx="2102518" cy="2102518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20A6A0-20DE-4365-B733-D144CC6D11DC}">
      <dsp:nvSpPr>
        <dsp:cNvPr id="0" name=""/>
        <dsp:cNvSpPr/>
      </dsp:nvSpPr>
      <dsp:spPr>
        <a:xfrm>
          <a:off x="1441515" y="863689"/>
          <a:ext cx="1962739" cy="196239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Input video frames are encoded by a pretrained ResNet-18 visual backbone.</a:t>
          </a:r>
          <a:endParaRPr lang="en-US" sz="1400" kern="1200"/>
        </a:p>
      </dsp:txBody>
      <dsp:txXfrm>
        <a:off x="1721907" y="1144084"/>
        <a:ext cx="1401956" cy="14016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C742C-1CBA-4C06-8A23-886E9F337492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03DEF-A0C2-4011-A7CB-49EB998D5ABA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F5346-4FFC-4E2D-A528-7ED6C788572C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Pure CTC can become blank-heavy in difficult continuous sequences.</a:t>
          </a:r>
          <a:endParaRPr lang="en-US" sz="2100" kern="1200"/>
        </a:p>
      </dsp:txBody>
      <dsp:txXfrm>
        <a:off x="1948202" y="368029"/>
        <a:ext cx="3233964" cy="1371985"/>
      </dsp:txXfrm>
    </dsp:sp>
    <dsp:sp modelId="{3C2BA2D5-B212-4A2F-97D7-AEF576750C3E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AB8AA-16C4-4127-85EF-28F6EAFFCDAA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F021B6-9882-46AC-AD70-B376A7824D77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Attention decoder captures token dependencies and improves sequence coherence.</a:t>
          </a:r>
          <a:endParaRPr lang="en-US" sz="2100" kern="1200"/>
        </a:p>
      </dsp:txBody>
      <dsp:txXfrm>
        <a:off x="7411643" y="368029"/>
        <a:ext cx="3233964" cy="1371985"/>
      </dsp:txXfrm>
    </dsp:sp>
    <dsp:sp modelId="{B8AA95EB-2971-42D3-89CE-A70CD125AD35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06C2A-1A57-4C30-BBA3-27CCE20BB9E5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06DDD-9F6D-47CF-B2F9-D4A138B1CA91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Hybrid loss balances both strengths: CTC for alignment, attention for contextual decoding.</a:t>
          </a:r>
          <a:endParaRPr lang="en-US" sz="2100" kern="1200"/>
        </a:p>
      </dsp:txBody>
      <dsp:txXfrm>
        <a:off x="1948202" y="2452790"/>
        <a:ext cx="3233964" cy="1371985"/>
      </dsp:txXfrm>
    </dsp:sp>
    <dsp:sp modelId="{87E434AB-E6D7-4F7A-A538-9ED979E02DA8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012A5-552E-4196-8B48-5FEA88996EDE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1B2B2-BD82-4BA2-9FC0-016A3E26B270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In this implementation, hybrid setup was more reliable than pure CTC behaviour.</a:t>
          </a:r>
          <a:endParaRPr lang="en-US" sz="2100" kern="1200"/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node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fgAcc0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0E2A-A454-E0EA-AD18-5850C97A2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27F6E-510B-B96B-8E79-75EAE04EE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2A82E-CDD4-AE3D-995C-51676E813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F7391-BB38-34E7-7285-ECCFA9A3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D63A-A2B5-77F6-5A94-19ED9F6B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0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4C92-B03D-722C-987E-40A6E273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17AE-0810-1B1A-7F63-6462C45D3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E3796-A275-4722-B221-C4C5C747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0AC8D-A1B2-06D0-BC79-26338BE9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5186E-8F7F-3313-6D3A-9E73C168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89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125B-4BC0-CB65-53DA-D7273A4FA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EEDF9-6232-762C-47A4-438088A6F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ACDC8-124E-BD33-0C83-7F666247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DF34E-6297-5D05-D310-063BC2DB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D402-C483-1AA8-707F-832F2076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85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E13B-BAE2-4160-0307-FAF060A3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5300-6B5F-C982-A190-BC76081BE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4C965-7056-1E8D-2514-2856E1DC5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2258C-8359-72C0-D723-C96EB293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CF18E-14DA-1D01-F4DA-F066A2CA2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C0212-8E78-CF03-4028-90ACAFAD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08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2924-16EA-F756-6FE6-C66E6F77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F97AF-2978-CF4D-4297-FDB58C0F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1AD82-ACC1-4225-00F3-9082CA7C3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97270-0750-9F19-2A19-D47EF6C82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E8F3E-D65B-5E56-FD4F-2DBED3834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628A4-3DFB-94CE-A377-E0D8F913F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FF855-80DF-9927-0545-3A277EBE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E835A-4A75-2E56-E45D-7FF11A8E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29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C08A7-24B4-ED07-AA98-AA887281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471ABE-3B90-9FB0-9A34-B8B1F6A1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971FD-C6EF-60BC-B2A3-D0DE0CD8B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E7482-4BC5-F158-B412-B881B4D7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7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DFA69-226A-CF1E-6F55-67CEEE18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BC0DA9-A22E-B976-5A1D-313AC45F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1A413-5173-C4A5-FE6E-A0FDB6BE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15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1D8CF-FAAB-DA1B-A2FF-77DE2204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BE846-8000-3FD9-1AED-97B17D133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7338-8EAE-DDF5-2787-84E8A784D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D62D7-9332-5758-031E-FC9C27AA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DCEF7-1EC2-435E-E6A7-53324A93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9A180-D53B-B3B2-A868-F1C9C7B7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716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A972-2ACA-EACD-B331-37526588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131C7A-2A15-6DE5-5B46-8C7BD1E9D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9A8A1-DD6D-0DE8-8667-3E0F0D1CD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3077-BC5C-4B89-88F2-795E95208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6F3E6-9970-50B0-B57A-3116A66B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369F0-5415-E873-3C47-8399B748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49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09CE-B90B-C0BD-F3DD-02E0F0DA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9EAA6-ECE0-A12C-ACA9-9CD0C7AC5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BC0BE-C423-C095-F0E0-E5B15432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AF4F-724F-13A3-7045-3EFCD111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9EEA6-6D4E-48D9-3062-63C1785B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1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758AF-3FD5-B675-705B-126BE5A3B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1A77D-334E-A130-F0C3-373D764FD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C6B0C-5630-5939-05A5-E2F7E1DC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52332-0B2C-780F-690D-46311830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818E3-6CB1-3FC6-85D1-79D9EAD3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F39A0-B5E5-56A5-E7EC-4E12303A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7BF90-C455-BC0C-1816-97617A8B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4515-74B6-8848-6452-F07150D00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AD774-EE6F-436F-A4DA-6B79C2F000C6}" type="datetimeFigureOut">
              <a:rPr lang="en-IN" smtClean="0"/>
              <a:t>17-05-2026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C562D-C920-5C4B-E7D0-8B8DCAE40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FDA94-BA24-C970-56E8-4E3EDC630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C011C-EE8D-42C1-A005-074FBABF45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19832-764A-4688-F03B-017473EBD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anchor="b">
            <a:normAutofit/>
          </a:bodyPr>
          <a:lstStyle/>
          <a:p>
            <a:pPr algn="r"/>
            <a:r>
              <a:rPr lang="en-IN" sz="3400">
                <a:solidFill>
                  <a:srgbClr val="FFFFFF"/>
                </a:solidFill>
              </a:rPr>
              <a:t>CONTINUOUS SIGN LANGUAGE RECOGNITIONUSING HYBRID TRANSFORMER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C88D0-7941-3226-505D-C726E9B63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791" y="4745317"/>
            <a:ext cx="4126272" cy="1375145"/>
          </a:xfrm>
        </p:spPr>
        <p:txBody>
          <a:bodyPr>
            <a:normAutofit/>
          </a:bodyPr>
          <a:lstStyle/>
          <a:p>
            <a:pPr algn="r"/>
            <a:endParaRPr lang="en-GB" sz="1700" b="1">
              <a:solidFill>
                <a:srgbClr val="FFFFFF"/>
              </a:solidFill>
            </a:endParaRPr>
          </a:p>
          <a:p>
            <a:pPr algn="r"/>
            <a:r>
              <a:rPr lang="en-GB" sz="1700" b="1">
                <a:solidFill>
                  <a:srgbClr val="FFFFFF"/>
                </a:solidFill>
              </a:rPr>
              <a:t>Archie Narayan (Roll No: 24A03RES119)</a:t>
            </a:r>
            <a:endParaRPr lang="en-GB" sz="1700">
              <a:solidFill>
                <a:srgbClr val="FFFFFF"/>
              </a:solidFill>
            </a:endParaRPr>
          </a:p>
          <a:p>
            <a:pPr algn="r"/>
            <a:r>
              <a:rPr lang="en-GB" sz="1700" b="1" cap="all">
                <a:solidFill>
                  <a:srgbClr val="FFFFFF"/>
                </a:solidFill>
              </a:rPr>
              <a:t>Supervisor : </a:t>
            </a:r>
            <a:r>
              <a:rPr lang="en-GB" sz="1700" b="1">
                <a:solidFill>
                  <a:srgbClr val="FFFFFF"/>
                </a:solidFill>
              </a:rPr>
              <a:t>Prajna P.N.</a:t>
            </a:r>
            <a:endParaRPr lang="en-IN" sz="17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71B15-855B-C07B-4793-9E9FF3B08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2615"/>
            <a:ext cx="560832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2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39AA1-6451-305C-B1E0-5D9DC954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Motivation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B566F-926E-44B4-A558-9396ECD9F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/>
              <a:t>Sign language communication still faces a major accessibility gap in real-world settings.</a:t>
            </a:r>
          </a:p>
          <a:p>
            <a:r>
              <a:rPr lang="en-GB" sz="2000"/>
              <a:t>Continuous Sign Language Recognition (CSLR) is harder than isolated signs due to unclear sign boundaries and long temporal context.</a:t>
            </a:r>
          </a:p>
          <a:p>
            <a:r>
              <a:rPr lang="en-GB" sz="2000"/>
              <a:t>Project goal: build a practical pipeline for `video -&gt; gloss text`and ‘text -&gt; video’,  with a bidirectional demo.</a:t>
            </a:r>
          </a:p>
          <a:p>
            <a:pPr marL="0" indent="0">
              <a:buNone/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68916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F77564-352E-5F9C-C50B-C34C42EF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Dataset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9848BA-F5D1-3DE2-C9DC-7D1C0BAA67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80638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991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A44C6-3D48-A8CF-7A27-2D96C7C5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76F4BD-52BE-3BE5-8E42-C4DD5652B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0359" y="1966293"/>
            <a:ext cx="7791280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9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EB3031-E5C9-D99F-BE07-C7617B265D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94550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264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8911E2-FDD7-0DB0-ADF6-40BAD287F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Why Hybrid?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F63393B-D9FF-2C10-16AB-120A40C6D8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175843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752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471E0-F656-7982-12B4-BE911C91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Demo Screenshots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0A0E41-2A7A-1A83-35DB-7F3AAFA0D1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407" y="2133758"/>
            <a:ext cx="3676922" cy="323569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05753A-4548-8A9E-C25C-B9CD78137A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775" y="2133600"/>
            <a:ext cx="3698113" cy="323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8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FBC89-0E69-007C-613B-1430E5AA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Limitations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D6F43A-509D-E448-510F-F75F2782C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GB" sz="2000"/>
              <a:t> test WER ~50.9%</a:t>
            </a:r>
          </a:p>
          <a:p>
            <a:r>
              <a:rPr lang="en-GB" sz="2000"/>
              <a:t>weather-domain data</a:t>
            </a:r>
          </a:p>
          <a:p>
            <a:r>
              <a:rPr lang="en-GB" sz="2000"/>
              <a:t>signer/style variation</a:t>
            </a:r>
          </a:p>
          <a:p>
            <a:r>
              <a:rPr lang="en-GB" sz="2000"/>
              <a:t>retrieval-based text-to-sign is not full generative signing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665498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4CCDD-7E54-9EFF-3521-02C35220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Conclusion and Future Scope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FB4A4-D6DF-EA5C-2EFF-368B50BA1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IN" sz="2000"/>
              <a:t>Implemented a complete CSLR pipeline and integrated a usable bidirectional prototype.</a:t>
            </a:r>
          </a:p>
          <a:p>
            <a:r>
              <a:rPr lang="en-IN" sz="2000"/>
              <a:t>Hybrid CTC+Attention improved practical robustness compared to pure CTC path.</a:t>
            </a:r>
          </a:p>
          <a:p>
            <a:pPr marL="0" indent="0">
              <a:buNone/>
            </a:pPr>
            <a:endParaRPr lang="en-IN" sz="2000"/>
          </a:p>
          <a:p>
            <a:r>
              <a:rPr lang="en-IN" sz="2000" b="1"/>
              <a:t>Future work</a:t>
            </a:r>
            <a:r>
              <a:rPr lang="en-IN" sz="2000"/>
              <a:t>: stronger pretraining, signer adaptation, language-model support, and generative text-to-sign generation.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42255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5CFEE-3B43-B7EC-E4D7-23C1BC7D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6005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274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CONTINUOUS SIGN LANGUAGE RECOGNITIONUSING HYBRID TRANSFORMER ARCHITECTURE</vt:lpstr>
      <vt:lpstr>Motivation</vt:lpstr>
      <vt:lpstr>Dataset</vt:lpstr>
      <vt:lpstr>Architecture</vt:lpstr>
      <vt:lpstr>PowerPoint Presentation</vt:lpstr>
      <vt:lpstr>Why Hybrid?</vt:lpstr>
      <vt:lpstr>Demo Screenshots</vt:lpstr>
      <vt:lpstr>Limitations</vt:lpstr>
      <vt:lpstr>Conclusion and Future Scope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Shradha Sinha</dc:creator>
  <cp:lastModifiedBy>Shradha Sinha</cp:lastModifiedBy>
  <cp:revision>2</cp:revision>
  <dcterms:created xsi:type="dcterms:W3CDTF">2026-05-17T03:17:56Z</dcterms:created>
  <dcterms:modified xsi:type="dcterms:W3CDTF">2026-05-17T06:17:56Z</dcterms:modified>
</cp:coreProperties>
</file>